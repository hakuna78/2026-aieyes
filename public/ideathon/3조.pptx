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24384000" cy="13716000"/>
  <p:notesSz cx="6858000" cy="9144000"/>
  <p:embeddedFontLst>
    <p:embeddedFont>
      <p:font typeface="Pretendard Regular"/>
      <p:regular r:id="rId15"/>
    </p:embeddedFont>
    <p:embeddedFont>
      <p:font typeface="Pretendard Black"/>
      <p:bold r:id="rId16"/>
    </p:embeddedFont>
    <p:embeddedFont>
      <p:font typeface="Pretendard Bold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.fntdata" Type="http://schemas.openxmlformats.org/officeDocument/2006/relationships/font"/><Relationship Id="rId16" Target="fonts/font2.fntdata" Type="http://schemas.openxmlformats.org/officeDocument/2006/relationships/font"/><Relationship Id="rId17" Target="fonts/font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14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95300" y="241300"/>
            <a:ext cx="24091900" cy="1854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06400" y="2095500"/>
            <a:ext cx="22123400" cy="3467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052800" y="12636500"/>
            <a:ext cx="8077200" cy="82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33500" y="6464300"/>
            <a:ext cx="5778500" cy="5778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8200" y="711200"/>
            <a:ext cx="12268200" cy="1098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486900" y="3530600"/>
            <a:ext cx="12712700" cy="9436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043400" y="0"/>
            <a:ext cx="7340600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043400" y="0"/>
            <a:ext cx="7340600" cy="125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62800" y="2997200"/>
            <a:ext cx="9677400" cy="142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858500" y="5346700"/>
            <a:ext cx="2286000" cy="228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52700" y="8572500"/>
            <a:ext cx="19278600" cy="284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719800" y="0"/>
            <a:ext cx="5664200" cy="125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06400" y="2705100"/>
            <a:ext cx="9220200" cy="133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093700" y="4229100"/>
            <a:ext cx="9626600" cy="180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20300" y="2286000"/>
            <a:ext cx="2171700" cy="217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93700" y="2743200"/>
            <a:ext cx="4724400" cy="1257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6400" y="6858000"/>
            <a:ext cx="22415500" cy="863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36600" y="8775700"/>
            <a:ext cx="4000500" cy="4000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16500" y="9690100"/>
            <a:ext cx="2171700" cy="2171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708900" y="9474200"/>
            <a:ext cx="7785100" cy="2603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027400" y="9690100"/>
            <a:ext cx="2171700" cy="217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719800" y="9474200"/>
            <a:ext cx="5600700" cy="260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243800" y="0"/>
            <a:ext cx="4140200" cy="125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06400" y="1574800"/>
            <a:ext cx="6057900" cy="133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6400" y="2895600"/>
            <a:ext cx="22339300" cy="4508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167100" y="6604000"/>
            <a:ext cx="2171700" cy="217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338800" y="7061200"/>
            <a:ext cx="5854700" cy="1257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6400" y="9004300"/>
            <a:ext cx="9347200" cy="1333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06400" y="10325100"/>
            <a:ext cx="22352000" cy="180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243800" y="0"/>
            <a:ext cx="4140200" cy="125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06400" y="1574800"/>
            <a:ext cx="11379200" cy="133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6400" y="2895600"/>
            <a:ext cx="22352000" cy="180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6400" y="4940300"/>
            <a:ext cx="10312400" cy="133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6400" y="6273800"/>
            <a:ext cx="22364700" cy="270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81000" y="9169400"/>
            <a:ext cx="9347200" cy="1333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81000" y="10490200"/>
            <a:ext cx="223647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938500" y="0"/>
            <a:ext cx="8445500" cy="125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06400" y="2578100"/>
            <a:ext cx="6070600" cy="133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6400" y="3898900"/>
            <a:ext cx="22364700" cy="180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6400" y="7213600"/>
            <a:ext cx="9347200" cy="133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6400" y="8547100"/>
            <a:ext cx="22352000" cy="180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357600" y="0"/>
            <a:ext cx="8026400" cy="125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06400" y="1574800"/>
            <a:ext cx="6083300" cy="133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6400" y="2895600"/>
            <a:ext cx="22364700" cy="2705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6400" y="7239000"/>
            <a:ext cx="9347200" cy="133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6400" y="8572500"/>
            <a:ext cx="22364700" cy="360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058900" y="0"/>
            <a:ext cx="10325100" cy="125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06400" y="1574800"/>
            <a:ext cx="6083300" cy="133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6400" y="2895600"/>
            <a:ext cx="22352000" cy="2705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6400" y="7835900"/>
            <a:ext cx="9347200" cy="133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6400" y="9156700"/>
            <a:ext cx="22364700" cy="180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92400" y="5765800"/>
            <a:ext cx="15671800" cy="90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